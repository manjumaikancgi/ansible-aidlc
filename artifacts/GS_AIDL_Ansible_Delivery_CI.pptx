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89678dfb224cdc" /><Relationship Type="http://schemas.openxmlformats.org/officeDocument/2006/relationships/extended-properties" Target="/docProps/app.xml" Id="Rc9625d1d21a04f1f" /><Relationship Type="http://schemas.openxmlformats.org/officeDocument/2006/relationships/officeDocument" Target="/ppt/presentation.xml" Id="Rc6b81c18dd01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a7481e68b4e2c"/>
  </p:sldMasterIdLst>
  <p:notesMasterIdLst>
    <p:notesMasterId xmlns:r="http://schemas.openxmlformats.org/officeDocument/2006/relationships" r:id="Rab3381a7d152479d"/>
  </p:notesMasterIdLst>
  <p:sldIdLst>
    <p:sldId xmlns:r="http://schemas.openxmlformats.org/officeDocument/2006/relationships" id="256" r:id="R10ffb67161514fdb"/>
    <p:sldId xmlns:r="http://schemas.openxmlformats.org/officeDocument/2006/relationships" id="257" r:id="Re6e3b4609dc74713"/>
    <p:sldId xmlns:r="http://schemas.openxmlformats.org/officeDocument/2006/relationships" id="258" r:id="Raf2ba14d3cc848a3"/>
    <p:sldId xmlns:r="http://schemas.openxmlformats.org/officeDocument/2006/relationships" id="259" r:id="R632348af2f414fa7"/>
    <p:sldId xmlns:r="http://schemas.openxmlformats.org/officeDocument/2006/relationships" id="260" r:id="Rc86ff843a9b4425c"/>
    <p:sldId xmlns:r="http://schemas.openxmlformats.org/officeDocument/2006/relationships" id="261" r:id="Rb855c63b22654df9"/>
    <p:sldId xmlns:r="http://schemas.openxmlformats.org/officeDocument/2006/relationships" id="262" r:id="R3807fd5213ab45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950dfc53084a7c" /><Relationship Type="http://schemas.openxmlformats.org/officeDocument/2006/relationships/slideMaster" Target="/ppt/slideMasters/slideMaster1.xml" Id="Rec7a7481e68b4e2c" /><Relationship Type="http://schemas.openxmlformats.org/officeDocument/2006/relationships/notesMaster" Target="/ppt/notesMasters/notesMaster1.xml" Id="Rab3381a7d152479d" /><Relationship Type="http://schemas.openxmlformats.org/officeDocument/2006/relationships/presProps" Target="/ppt/presProps.xml" Id="Rec56b7c6e665423d" /><Relationship Type="http://schemas.openxmlformats.org/officeDocument/2006/relationships/tableStyles" Target="/ppt/tableStyles.xml" Id="R6321aee12b73404a" /><Relationship Type="http://schemas.openxmlformats.org/officeDocument/2006/relationships/slide" Target="/ppt/slides/slide1.xml" Id="R10ffb67161514fdb" /><Relationship Type="http://schemas.openxmlformats.org/officeDocument/2006/relationships/slide" Target="/ppt/slides/slide2.xml" Id="Re6e3b4609dc74713" /><Relationship Type="http://schemas.openxmlformats.org/officeDocument/2006/relationships/slide" Target="/ppt/slides/slide3.xml" Id="Raf2ba14d3cc848a3" /><Relationship Type="http://schemas.openxmlformats.org/officeDocument/2006/relationships/slide" Target="/ppt/slides/slide4.xml" Id="R632348af2f414fa7" /><Relationship Type="http://schemas.openxmlformats.org/officeDocument/2006/relationships/slide" Target="/ppt/slides/slide5.xml" Id="Rc86ff843a9b4425c" /><Relationship Type="http://schemas.openxmlformats.org/officeDocument/2006/relationships/slide" Target="/ppt/slides/slide6.xml" Id="Rb855c63b22654df9" /><Relationship Type="http://schemas.openxmlformats.org/officeDocument/2006/relationships/slide" Target="/ppt/slides/slide7.xml" Id="R3807fd5213ab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1abf84971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77f2b398d45ca" /><Relationship Type="http://schemas.openxmlformats.org/officeDocument/2006/relationships/notesMaster" Target="/ppt/notesMasters/notesMaster1.xml" Id="R5b3b2ec971f74a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17b3919a44ce6" /><Relationship Type="http://schemas.openxmlformats.org/officeDocument/2006/relationships/notesMaster" Target="/ppt/notesMasters/notesMaster1.xml" Id="R19f0c2f102b542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2383f1fde44edd" /><Relationship Type="http://schemas.openxmlformats.org/officeDocument/2006/relationships/notesMaster" Target="/ppt/notesMasters/notesMaster1.xml" Id="Rafb68452ba0f45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5c86794154d30" /><Relationship Type="http://schemas.openxmlformats.org/officeDocument/2006/relationships/notesMaster" Target="/ppt/notesMasters/notesMaster1.xml" Id="R8f9c5caefeb641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f057456f2d4a2b" /><Relationship Type="http://schemas.openxmlformats.org/officeDocument/2006/relationships/notesMaster" Target="/ppt/notesMasters/notesMaster1.xml" Id="R933163f66f674b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9d8b2edbcb40b8" /><Relationship Type="http://schemas.openxmlformats.org/officeDocument/2006/relationships/notesMaster" Target="/ppt/notesMasters/notesMaster1.xml" Id="R85726e72a67f47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f0f8c88b1648cc" /><Relationship Type="http://schemas.openxmlformats.org/officeDocument/2006/relationships/notesMaster" Target="/ppt/notesMasters/notesMaster1.xml" Id="R5e2fb6ee5c1f4c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AIDL as the lifecycle and Ansible as the control point.</a:t>
            </a:r>
          </a:p>
          <a:p xmlns:a="http://schemas.openxmlformats.org/drawingml/2006/main">
            <a:r>
              <a:t>Emphasize that the GS project already contains the pieces for an auditable release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'AI-DLC Workflow with Ansible at the Centre', lines 1-42.</a:t>
            </a:r>
          </a:p>
          <a:p xmlns:a="http://schemas.openxmlformats.org/drawingml/2006/main">
            <a:r>
              <a:t>- README.md, 'Simple narrative', lines 75-82.</a:t>
            </a:r>
          </a:p>
          <a:p xmlns:a="http://schemas.openxmlformats.org/drawingml/2006/main">
            <a:r>
              <a:t>- README.md, 'GS POV Harness Agent Azure Deployment', lines 85-91.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the AI-DLC concept to concrete GS repository assets.</a:t>
            </a:r>
          </a:p>
          <a:p xmlns:a="http://schemas.openxmlformats.org/drawingml/2006/main">
            <a:r>
              <a:t>The key message is that AIDL is useful when its output becomes versioned, reviewable automation.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'What the flow does', lines 5-24.</a:t>
            </a:r>
          </a:p>
          <a:p xmlns:a="http://schemas.openxmlformats.org/drawingml/2006/main">
            <a:r>
              <a:t>- README.md, 'Deployment Console', lines 229-259.</a:t>
            </a:r>
          </a:p>
          <a:p xmlns:a="http://schemas.openxmlformats.org/drawingml/2006/main">
            <a:r>
              <a:t>- config/environments/dev.json and config/environments/staging.json.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as the operational delivery path.</a:t>
            </a:r>
          </a:p>
          <a:p xmlns:a="http://schemas.openxmlformats.org/drawingml/2006/main">
            <a:r>
              <a:t>Call out that source staging was intentionally designed to avoid requiring GitHub keys on the bastion.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GS deployment prerequisites and source strategies, lines 100-137.</a:t>
            </a:r>
          </a:p>
          <a:p xmlns:a="http://schemas.openxmlformats.org/drawingml/2006/main">
            <a:r>
              <a:t>- playbooks/deploy_gs_pov_harness_agent.yml task sequence: preflight, source sync, Azure login, deploy, verify.</a:t>
            </a:r>
          </a:p>
          <a:p xmlns:a="http://schemas.openxmlformats.org/drawingml/2006/main">
            <a:r>
              <a:t>- README.md, Terraform failure skip behavior, lines 197-204.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architecture slide: it shows where AIDL, CI, Ansible, the bastion, and Azure each own part of delivery.</a:t>
            </a:r>
          </a:p>
          <a:p xmlns:a="http://schemas.openxmlformats.org/drawingml/2006/main">
            <a:r>
              <a:t>The important design choice is that Ansible remains the execution contract, whether triggered by a person, the UI, or 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'Core components', lines 30-42.</a:t>
            </a:r>
          </a:p>
          <a:p xmlns:a="http://schemas.openxmlformats.org/drawingml/2006/main">
            <a:r>
              <a:t>- README.md, 'Deployment Console', lines 229-259.</a:t>
            </a:r>
          </a:p>
          <a:p xmlns:a="http://schemas.openxmlformats.org/drawingml/2006/main">
            <a:r>
              <a:t>- README.md, 'Dev Bastion Infrastructure', lines 264-300.</a:t>
            </a:r>
          </a:p>
          <a:p xmlns:a="http://schemas.openxmlformats.org/drawingml/2006/main">
            <a:r>
              <a:t>- playbooks/deploy_gs_pov_harness_agent.yml task sequence and Azure verification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to make the delivery model tangible.</a:t>
            </a:r>
          </a:p>
          <a:p xmlns:a="http://schemas.openxmlformats.org/drawingml/2006/main">
            <a:r>
              <a:t>The UI does not replace Ansible; it wraps the same playbook in a safer operator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locally from deployment_console/server.py at http://127.0.0.1:8766/.</a:t>
            </a:r>
          </a:p>
          <a:p xmlns:a="http://schemas.openxmlformats.org/drawingml/2006/main">
            <a:r>
              <a:t>- deployment_console/static/index.html and deployment_console/static/app.js.</a:t>
            </a:r>
          </a:p>
          <a:p xmlns:a="http://schemas.openxmlformats.org/drawingml/2006/main">
            <a:r>
              <a:t>- deployment_console/server.py API routes for bastions, environments, deployments, logs, and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CI/CD operating answer: let AIDL shape the inputs and Ansible enforce the delivery contract.</a:t>
            </a:r>
          </a:p>
          <a:p xmlns:a="http://schemas.openxmlformats.org/drawingml/2006/main">
            <a:r>
              <a:t>Emphasize that dev/staging config files make promotion explicit without changing the playbook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'Core components', lines 30-42.</a:t>
            </a:r>
          </a:p>
          <a:p xmlns:a="http://schemas.openxmlformats.org/drawingml/2006/main">
            <a:r>
              <a:t>- README.md, validation and CI/CD flow, lines 15-23 and 38-41.</a:t>
            </a:r>
          </a:p>
          <a:p xmlns:a="http://schemas.openxmlformats.org/drawingml/2006/main">
            <a:r>
              <a:t>- config/environments/dev.json and config/environments/staging.json.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the recommendation practical: keep AI-assisted planning, Ansible execution, and CI evidence connected.</a:t>
            </a:r>
          </a:p>
          <a:p xmlns:a="http://schemas.openxmlformats.org/drawingml/2006/main">
            <a:r>
              <a:t>This is not a separate process; it is a disciplined way to use the assets already in the GS automation repo.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'Suggested lifecycle', lines 44-72.</a:t>
            </a:r>
          </a:p>
          <a:p xmlns:a="http://schemas.openxmlformats.org/drawingml/2006/main">
            <a:r>
              <a:t>- README.md, 'Example control points', lines 67-73.</a:t>
            </a:r>
          </a:p>
          <a:p xmlns:a="http://schemas.openxmlformats.org/drawingml/2006/main">
            <a:r>
              <a:t>- README.md, deployment console and bastion infrastructure sections, lines 229-300.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5931a160b44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17549ea1e4601" /><Relationship Type="http://schemas.openxmlformats.org/officeDocument/2006/relationships/slideLayout" Target="/ppt/slideLayouts/slideLayout1.xml" Id="R6306d86845f540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6d86845f540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4299585854430" /><Relationship Type="http://schemas.openxmlformats.org/officeDocument/2006/relationships/notesSlide" Target="/ppt/notesSlides/notesSlide1.xml" Id="R4d6b520d95434f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2130ab3914429" /><Relationship Type="http://schemas.openxmlformats.org/officeDocument/2006/relationships/notesSlide" Target="/ppt/notesSlides/notesSlide2.xml" Id="R5228e353464747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d8e04aa5b44fc" /><Relationship Type="http://schemas.openxmlformats.org/officeDocument/2006/relationships/notesSlide" Target="/ppt/notesSlides/notesSlide3.xml" Id="Rd25975a3370b41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36650ca164a9f" /><Relationship Type="http://schemas.openxmlformats.org/officeDocument/2006/relationships/notesSlide" Target="/ppt/notesSlides/notesSlide4.xml" Id="R8c968e03756e47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1749bd7124b65" /><Relationship Type="http://schemas.openxmlformats.org/officeDocument/2006/relationships/image" Target="/ppt/media/image.png" Id="Ra4ba6d71254b40db" /><Relationship Type="http://schemas.openxmlformats.org/officeDocument/2006/relationships/notesSlide" Target="/ppt/notesSlides/notesSlide5.xml" Id="R09bd234817a94f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c7459b52746f9" /><Relationship Type="http://schemas.openxmlformats.org/officeDocument/2006/relationships/notesSlide" Target="/ppt/notesSlides/notesSlide6.xml" Id="Rc438cae78821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18a47231341f6" /><Relationship Type="http://schemas.openxmlformats.org/officeDocument/2006/relationships/notesSlide" Target="/ppt/notesSlides/notesSlide7.xml" Id="R7aef80b84853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F9656-1C28-47BA-9EDB-9BE3E041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81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AIDL + Ansible on Good Shepherd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17EDE-EBDD-4354-B439-4A482EE2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Using AI-assisted delivery with Ansible as the execution layer for repeatable Azure releases.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1C7CD-A577-4CA7-942F-DEE37E0A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95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AI proposes. Ansible applies. Tests prove. Humans approve. Operations observe.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0DDA2-1777-46EE-91D9-12708FAB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19125"/>
            <a:ext cx="49530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BFD23-B27D-4C1C-A8F2-A549D49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57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86543-750D-4957-B498-12E53810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009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E97C4-DEA0-4254-8392-D309B553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003CC-514D-4D50-ADCA-CBD249F3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0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46645-0245-4FFE-B47B-11C4DC0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18A72-C8CD-4122-9CB7-F77EA5CA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E4708-04EF-4A06-AF81-73851AD7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43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4A4D2-3015-43B2-AA94-5DE6A03F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ACA1B-9964-4171-84DB-98D6485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1F897-3847-46C7-93B3-BC713F3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017DD-1444-4927-8422-4D67FBAE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4D3AE-43EB-4A9B-9AB1-AC2E57DB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576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ECBA9-07B2-40CC-9695-22F9199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FD45A-A4F1-4700-9DDE-11A3870E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0AEFD-3D4F-44B4-BBFF-F094335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6B6B6-9CD0-4332-A099-6926910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F394F-F8C3-443D-93FC-9ED992C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C6B31-938E-4A58-B944-A66731D5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86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Good Shepherd Azure delivery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9606B-FF6D-4FEF-99FC-9EBA002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5934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21B47-87EE-41B6-A264-12531613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AIDL turns intent into controlled delivery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8BEB1-44AA-48F2-B9C4-682FD9AE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14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B22A3-B8C0-4382-98CC-AD2E6938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AIDL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3FF6-824A-4523-A448-998ECC04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A3FF-2C12-4469-B1B9-BF92099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Converts business change into acceptance criteria and target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4A806-ECDE-42E5-810C-4B90F969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77B3C-5684-4740-8D05-25B948D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Drafts task breakdowns, playbook structure, and environment variables.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E4B82-23B6-472A-8993-F21A0EA6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6073A-70CB-46F1-B129-C970865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Surfaces review points for risky changes, secrets, and production promotion.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0B8B6-CBB6-43E0-89F0-1867AD52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GS project expression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3C17B-8928-4F6A-AB15-00D19556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7FFA7-8EAE-4615-A2F1-148B4722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461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single deployment playbook handles preflight, source staging, Azure auth, deploy, and verify.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A063F-780C-49E5-BB25-CFBDBF1E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10911-0104-428D-8F90-EBDB977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61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 and staging JSON files make environment promotion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B3E38-5566-4DB1-BD51-C00F0E64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13EA2-56E0-4F70-ABAD-F63B4386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61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console lets teams choose a bastion and watch live Ansible stages.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C3F9C-BBA5-4BAD-84BD-223CF407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7096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93C02-0EDD-44CB-80DF-D993993D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Ansible makes the GS release path repeatable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36149-BFB3-417B-BFCA-671B785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620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same playbook runs from a Linux bastion, stages code, authenticates to Azure, deploys, and verifies the live app.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68E60-7EE8-40DD-878A-1FC19624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05AF4-FC96-467F-B3E9-44F4365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9DA11-FE11-4227-B4EB-C24689C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Validate settings and bootstrap bastion packages.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FBEFD-2260-4A0B-AB0D-DA718464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7B2B6-A0B4-4996-AF8E-6C1A72D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938EA-FFD2-4976-B17A-126D68FC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copy, git, or existing checkout strategy.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F1C62-4BF0-4F87-9FD2-12333976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7BA58-8D98-4714-82C2-C0795CEE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336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Azure 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F9DB7-7947-4504-B26B-6B33363C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existing login, managed identity, or service principal.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92F20-58AF-46C3-BF5E-648EA820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DC039-22C4-4918-ACD2-6BE21406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3888E-EBC3-4368-87AA-876550AA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 app-only update or Terraform-backed stack 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D0456-833C-41AA-8933-828AD591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73B9E-2258-442B-82D6-B2AF3D90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336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EA290-B777-4A10-85C4-C88E4910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Check Container App revision and application endpoints.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D17F8-2A44-45FB-B542-FF254629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5750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C81F8-820F-46A1-AA4C-860C0D34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70E27-9528-451E-95E4-599B63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5750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6F160-97E7-491D-8E35-A9163AEF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5750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9A61B-A193-4612-8298-DE326452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10077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4654F-9DDE-40FF-A4F7-B23399A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196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Delivery benefit: one automation contract can be run by a person, the UI console, or a CI/CD runner.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BE0E0-BCD2-4AC1-B552-F7D583DD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6016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2B15D-0C3A-43A5-80F3-DF7F7F8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architecture keeps control close to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B220C-5668-4A1D-A5F7-FAD26E4A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620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AIDL shapes the work; CI chooses the gate; Ansible executes from the bastion; Azure returns verification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39B94-A46B-45AE-AB96-FD7EFC57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362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91C4F-160B-4302-88CF-5994BDDE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AIDL + Git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E7C5C-C901-438E-93B1-D3380792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Acceptance criteria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Playbook changes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Environment vars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B0956-B237-4A39-BB45-DDBBFD11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362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5A55F-F8FC-487F-B8C0-7A561BE2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CI/CD runner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6467-9CD4-44B5-99B3-FD16CAF3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Syntax and lint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Env selection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Trigger playbook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Store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213F8-3A60-4B4C-A032-F5DBA401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62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28E0E-E508-498F-B47D-3198B455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Linux bastion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37F28-166B-4F8B-BBD1-0593205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Ansible controller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 sync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Azure CLI auth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Deployment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A82B7-34EC-4CB2-A54F-B73D9F55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362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B7AA6-F8BA-4F50-A4A2-F860F06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Azure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88797-0FE5-498C-8F76-9D817549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ACR image build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Container App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Health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DDADE-899B-45B7-9415-2D58E43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03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2D598-8A0C-4EC4-9731-F41613E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A4B7E-BBDE-4AAE-B2F4-360A26C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03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A393F-4EDD-4E3C-A5F1-8E4FF0A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642EA-617A-46ED-B1CA-D45D2E67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loop: deployment output, failed stages, endpoint checks, and review decisions feed the next AIDL iteration.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18412-4390-4E8D-866A-6BCB9857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81600"/>
            <a:ext cx="59055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0A40D-9392-46CB-B458-B95E968E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45364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5272D-8D04-4D54-9449-3A3D613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deployment console makes Ansible delivery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0E529-74DD-4C1C-9145-10FC4A6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620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Teams can choose the bastion and environment, trigger the playbook, and watch stages and logs in one 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3EA6D-EB3C-4EE1-B248-F7368245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72390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a6d71254b40db"/>
          <a:stretch xmlns:a="http://schemas.openxmlformats.org/drawingml/2006/main"/>
        </p:blipFill>
        <p:spPr>
          <a:xfrm xmlns:a="http://schemas.openxmlformats.org/drawingml/2006/main">
            <a:off x="584454" y="1905000"/>
            <a:ext cx="7022592" cy="4876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CEE18-C369-4BD2-BAA2-6DCA3D86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2194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AED82-A710-4C69-835E-AD9048F1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UI adds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88FA1-EB63-4328-9729-96BA5CC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817B6-4533-4E70-8656-BD1871C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Bastion dropdown for local, dev, or staging control points.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429CE-1A90-45B9-BE65-78608AB8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D7D97-F9C7-40DB-9713-ABCE82E7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Environment files become selectable release inputs.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79B3C-10BD-4D28-9B0B-DBE07F03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F941E-71A7-4B4F-AD2D-1EFE901C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862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Stage status and live logs expose deployment progress.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873DF-FCB1-4647-A182-543ED1FB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turns a command-line playbook into a delivery cockpit without changing the underlying Ansible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FF6F4-33B3-4A12-9BBB-E4BF6835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9856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94FBA0-CAB7-4217-B4FB-027EC470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CI, Ansible becomes the promotion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30B60-4F95-4708-BD2E-2683DA7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620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AIDL improves the work entering the pipeline; Ansible standardizes what the pipeline actually does.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364C-32D2-4E97-A63F-D4B76BBD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F53CA-B352-4EB8-A2E1-E50432D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C950A-E739-4A6D-B3F2-80B7290D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859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9962-C211-44A9-B417-437E227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193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AIDL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F2CE8-4E11-4D30-A673-0C9F8B0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859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8FA96-E591-4909-A85D-CB526B91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Ansible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DCAAF-BE24-49C2-86AE-DD8B06B3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66C01-60D2-4CE4-A0A5-7B59248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Delivery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602AE-B1B2-4FAC-AB02-13F50EB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1230F-F025-45E7-980F-6FA077E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Pull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A90C1-0541-4220-929F-D9FE980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289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32AB1-102E-4E6F-AA39-320292F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622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Generate criteria, risks, and test ideas.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C7574-A17A-416B-A3B2-F6E61F5A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C26C8-EC8D-4E42-B4C4-17555CA6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 syntax, lint, and idempotency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0BB0D-5420-419F-8D4D-84FBE35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6C024-53D1-4E5D-9F7D-81D8BDAA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Automatable review gate.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7CAC1-272E-4320-B121-5CF5F009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FABB4-8C26-4418-B709-D4246DE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 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6084E-9109-4D7B-A5FA-2C49BD5A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1ABEF-2749-4EA1-B726-1920606F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Translate change intent into vars and runbook updates.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685CD-BF8B-4452-8E16-4154D2A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5F1AF-7148-4F75-9EEE-9E60F96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52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 playbook against dev bastion and dev env file.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05B11-BC2C-49CA-87A8-C512027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C234A-D4E2-4F7A-A79B-B89E12D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Fast, repeatable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B2200-C5F1-472B-BED2-0F7FB571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5C728-5339-4380-9928-30F999A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Stage promote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1EDD5-2CF5-47F9-896D-FF526BE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148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65A57-FFA9-46A6-9BCF-BA507EB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481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Summarize changes and unresolved risks.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3FB574-4268-4395-BD27-0E64ABE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148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A0105-901E-406C-9918-DC1D9722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Reuse same playbook with staging variables.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570AA7-87E4-465D-97F0-B2B89C84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4C1B1-F04E-4F88-A859-1308A513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481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Same logic, new target.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D28175-0BAD-48A2-8DE6-C55C746F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B8BB2C-2DDE-43AA-835F-09847CA5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45A761-319D-4E5C-8970-734317C9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577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499B4-EAAA-495F-B610-679DD9F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91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Explain failure signals and next fixes.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865A8-0C6A-401D-B76F-72AED8E7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577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A6C491-E433-4E98-9A8B-7FAD21A4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911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Verify endpoints and Container App revision health.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8F2FB7-0E57-4AC8-A943-3B53CA4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54810D-4655-4C05-A257-17A6179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911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Evidence-backed approval.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EB62BA-EDF1-471C-B540-2124364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09892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B3E2C-ABCC-44C7-9945-7B0D17C1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pattern as a delivery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342C8-5383-49BC-9F16-FBD12845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429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EF856-FAC4-46D6-8EFF-0F2A0CB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Standardize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438EE-52B5-4B32-86BD-934A7256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A2A78-3D58-4967-BE48-A562DA98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one playbook path across environments.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BA427-2088-4B44-89B9-F673C1C9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C9864-136D-46D3-BE4B-E6C21B89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 env files and inventory as release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FC703-543A-4808-9FAC-B5FCBE6B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C8455-33D6-43DF-BC3A-DC1D56E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bastion source strategy explicit.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AB3D2-2478-4CBE-A379-6F7880C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429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9D01A-DA1B-4A36-94E1-C5BE8EB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F3A36-34E7-4D49-96E1-36C3B5EF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A7C94-75F7-408A-98B3-7EBF0367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 RBAC, secrets, and risky infra.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C8B83-B760-40CB-B60F-E64B945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22AE2-9A2C-45F7-9559-149FC6E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Let CI run validation before promotion.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7E6EB-00CE-407D-9454-73BA9656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CB988-7FB5-4326-9C0A-76D48D47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100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identity paths clear.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1D937-A2FB-4E97-A7FE-0EE3BFA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29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7A39C-4D77-4F47-9320-694FCEC8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E3995-3504-4128-9C66-806553EC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40C8A-F164-4A1E-B3A6-3003C470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 deployment logs back into AIDL prompts.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5A79D-FB24-48A2-93BD-33F7A396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B3066-D039-4130-90E1-58305807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Convert recurring fixes into playbook updates.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BD0EE-6279-48B0-A29E-4480383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ACF3F-271D-4D21-8DC8-B598F741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verification as delivery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6C941-F540-42BF-B1B1-958118B1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Practical next step: wire CI to run syntax/lint on PRs, deploy to dev on merge, and promote with the same Ansible playbook plus environment-specific vars.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498FC-3B79-45A4-B256-ED9742FE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98681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2026-08-03T02:11:11.9940000Z</dcterms:created>
  <dcterms:modified xsi:type="dcterms:W3CDTF">2026-08-03T02:11:11.9940000Z</dcterms:modified>
</coreProperties>
</file>