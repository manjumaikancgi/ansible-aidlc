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3326b924a14e2c" /><Relationship Type="http://schemas.openxmlformats.org/officeDocument/2006/relationships/extended-properties" Target="/docProps/app.xml" Id="Re01393cb09ce4dd4" /><Relationship Type="http://schemas.openxmlformats.org/officeDocument/2006/relationships/officeDocument" Target="/ppt/presentation.xml" Id="R28c7593c07a140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1424df3b904532"/>
  </p:sldMasterIdLst>
  <p:notesMasterIdLst>
    <p:notesMasterId xmlns:r="http://schemas.openxmlformats.org/officeDocument/2006/relationships" r:id="Rbd51f8f3a8e04813"/>
  </p:notesMasterIdLst>
  <p:sldIdLst>
    <p:sldId xmlns:r="http://schemas.openxmlformats.org/officeDocument/2006/relationships" id="256" r:id="Rb71c62bdf7634453"/>
    <p:sldId xmlns:r="http://schemas.openxmlformats.org/officeDocument/2006/relationships" id="257" r:id="R4f10f42ca0be49ab"/>
    <p:sldId xmlns:r="http://schemas.openxmlformats.org/officeDocument/2006/relationships" id="258" r:id="R4627bd67155e4d5f"/>
    <p:sldId xmlns:r="http://schemas.openxmlformats.org/officeDocument/2006/relationships" id="259" r:id="R393910d668324f51"/>
    <p:sldId xmlns:r="http://schemas.openxmlformats.org/officeDocument/2006/relationships" id="260" r:id="R70c54eb49a6a4f29"/>
    <p:sldId xmlns:r="http://schemas.openxmlformats.org/officeDocument/2006/relationships" id="261" r:id="R7de9748e031f4e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3a9ffc84334ab9" /><Relationship Type="http://schemas.openxmlformats.org/officeDocument/2006/relationships/slideMaster" Target="/ppt/slideMasters/slideMaster1.xml" Id="R1b1424df3b904532" /><Relationship Type="http://schemas.openxmlformats.org/officeDocument/2006/relationships/notesMaster" Target="/ppt/notesMasters/notesMaster1.xml" Id="Rbd51f8f3a8e04813" /><Relationship Type="http://schemas.openxmlformats.org/officeDocument/2006/relationships/presProps" Target="/ppt/presProps.xml" Id="R3f614a74d4e541c5" /><Relationship Type="http://schemas.openxmlformats.org/officeDocument/2006/relationships/tableStyles" Target="/ppt/tableStyles.xml" Id="R7ded1d191ff94729" /><Relationship Type="http://schemas.openxmlformats.org/officeDocument/2006/relationships/slide" Target="/ppt/slides/slide1.xml" Id="Rb71c62bdf7634453" /><Relationship Type="http://schemas.openxmlformats.org/officeDocument/2006/relationships/slide" Target="/ppt/slides/slide2.xml" Id="R4f10f42ca0be49ab" /><Relationship Type="http://schemas.openxmlformats.org/officeDocument/2006/relationships/slide" Target="/ppt/slides/slide3.xml" Id="R4627bd67155e4d5f" /><Relationship Type="http://schemas.openxmlformats.org/officeDocument/2006/relationships/slide" Target="/ppt/slides/slide4.xml" Id="R393910d668324f51" /><Relationship Type="http://schemas.openxmlformats.org/officeDocument/2006/relationships/slide" Target="/ppt/slides/slide5.xml" Id="R70c54eb49a6a4f29" /><Relationship Type="http://schemas.openxmlformats.org/officeDocument/2006/relationships/slide" Target="/ppt/slides/slide6.xml" Id="R7de9748e031f4e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5bb6ab55b64e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dbd20b82244d69" /><Relationship Type="http://schemas.openxmlformats.org/officeDocument/2006/relationships/notesMaster" Target="/ppt/notesMasters/notesMaster1.xml" Id="R9860f83a2ed448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579dfd4a1a4800" /><Relationship Type="http://schemas.openxmlformats.org/officeDocument/2006/relationships/notesMaster" Target="/ppt/notesMasters/notesMaster1.xml" Id="Ra630fea2cf5449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5e5bf425134480" /><Relationship Type="http://schemas.openxmlformats.org/officeDocument/2006/relationships/notesMaster" Target="/ppt/notesMasters/notesMaster1.xml" Id="R0c82f1ba8ecd43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0caee388974db5" /><Relationship Type="http://schemas.openxmlformats.org/officeDocument/2006/relationships/notesMaster" Target="/ppt/notesMasters/notesMaster1.xml" Id="R3059350184914f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bd9e69d7b34e24" /><Relationship Type="http://schemas.openxmlformats.org/officeDocument/2006/relationships/notesMaster" Target="/ppt/notesMasters/notesMaster1.xml" Id="Rbca89fa687ae4a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29000b6def469a" /><Relationship Type="http://schemas.openxmlformats.org/officeDocument/2006/relationships/notesMaster" Target="/ppt/notesMasters/notesMaster1.xml" Id="R785a42a037b643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positioning AIDL as the lifecycle and Ansible as the control point.</a:t>
            </a:r>
          </a:p>
          <a:p xmlns:a="http://schemas.openxmlformats.org/drawingml/2006/main">
            <a:r>
              <a:t>Emphasize that the GS project already contains the pieces for an auditable release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'AI-DLC Workflow with Ansible at the Centre', lines 1-42.</a:t>
            </a:r>
          </a:p>
          <a:p xmlns:a="http://schemas.openxmlformats.org/drawingml/2006/main">
            <a:r>
              <a:t>- README.md, 'Simple narrative', lines 75-82.</a:t>
            </a:r>
          </a:p>
          <a:p xmlns:a="http://schemas.openxmlformats.org/drawingml/2006/main">
            <a:r>
              <a:t>- README.md, 'GS POV Harness Agent Azure Deployment', lines 85-91.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connect the AI-DLC concept to concrete GS repository assets.</a:t>
            </a:r>
          </a:p>
          <a:p xmlns:a="http://schemas.openxmlformats.org/drawingml/2006/main">
            <a:r>
              <a:t>The key message is that AIDL is useful when its output becomes versioned, reviewable automation.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'What the flow does', lines 5-24.</a:t>
            </a:r>
          </a:p>
          <a:p xmlns:a="http://schemas.openxmlformats.org/drawingml/2006/main">
            <a:r>
              <a:t>- README.md, 'Deployment Console', lines 229-259.</a:t>
            </a:r>
          </a:p>
          <a:p xmlns:a="http://schemas.openxmlformats.org/drawingml/2006/main">
            <a:r>
              <a:t>- config/environments/dev.json and config/environments/staging.json.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 as the operational delivery path.</a:t>
            </a:r>
          </a:p>
          <a:p xmlns:a="http://schemas.openxmlformats.org/drawingml/2006/main">
            <a:r>
              <a:t>Call out that source staging was intentionally designed to avoid requiring GitHub keys on the bastion.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GS deployment prerequisites and source strategies, lines 100-137.</a:t>
            </a:r>
          </a:p>
          <a:p xmlns:a="http://schemas.openxmlformats.org/drawingml/2006/main">
            <a:r>
              <a:t>- playbooks/deploy_gs_pov_harness_agent.yml task sequence: preflight, source sync, Azure login, deploy, verify.</a:t>
            </a:r>
          </a:p>
          <a:p xmlns:a="http://schemas.openxmlformats.org/drawingml/2006/main">
            <a:r>
              <a:t>- README.md, Terraform failure skip behavior, lines 197-204.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architecture slide: it shows where AIDL, CI, Ansible, the bastion, and Azure each own part of delivery.</a:t>
            </a:r>
          </a:p>
          <a:p xmlns:a="http://schemas.openxmlformats.org/drawingml/2006/main">
            <a:r>
              <a:t>The important design choice is that Ansible remains the execution contract, whether triggered by a person, the UI, or CI.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'Core components', lines 30-42.</a:t>
            </a:r>
          </a:p>
          <a:p xmlns:a="http://schemas.openxmlformats.org/drawingml/2006/main">
            <a:r>
              <a:t>- README.md, 'Deployment Console', lines 229-259.</a:t>
            </a:r>
          </a:p>
          <a:p xmlns:a="http://schemas.openxmlformats.org/drawingml/2006/main">
            <a:r>
              <a:t>- README.md, 'Dev Bastion Infrastructure', lines 264-300.</a:t>
            </a:r>
          </a:p>
          <a:p xmlns:a="http://schemas.openxmlformats.org/drawingml/2006/main">
            <a:r>
              <a:t>- playbooks/deploy_gs_pov_harness_agent.yml task sequence and Azure verification tasks.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CI/CD operating answer: let AIDL shape the inputs and Ansible enforce the delivery contract.</a:t>
            </a:r>
          </a:p>
          <a:p xmlns:a="http://schemas.openxmlformats.org/drawingml/2006/main">
            <a:r>
              <a:t>Emphasize that dev/staging config files make promotion explicit without changing the playbook logic.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'Core components', lines 30-42.</a:t>
            </a:r>
          </a:p>
          <a:p xmlns:a="http://schemas.openxmlformats.org/drawingml/2006/main">
            <a:r>
              <a:t>- README.md, validation and CI/CD flow, lines 15-23 and 38-41.</a:t>
            </a:r>
          </a:p>
          <a:p xmlns:a="http://schemas.openxmlformats.org/drawingml/2006/main">
            <a:r>
              <a:t>- config/environments/dev.json and config/environments/staging.json.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making the recommendation practical: keep AI-assisted planning, Ansible execution, and CI evidence connected.</a:t>
            </a:r>
          </a:p>
          <a:p xmlns:a="http://schemas.openxmlformats.org/drawingml/2006/main">
            <a:r>
              <a:t>This is not a separate process; it is a disciplined way to use the assets already in the GS automation repo.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README.md, 'Suggested lifecycle', lines 44-72.</a:t>
            </a:r>
          </a:p>
          <a:p xmlns:a="http://schemas.openxmlformats.org/drawingml/2006/main">
            <a:r>
              <a:t>- README.md, 'Example control points', lines 67-73.</a:t>
            </a:r>
          </a:p>
          <a:p xmlns:a="http://schemas.openxmlformats.org/drawingml/2006/main">
            <a:r>
              <a:t>- README.md, deployment console and bastion infrastructure sections, lines 229-300.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add9cec2e54c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e8060649834fbd" /><Relationship Type="http://schemas.openxmlformats.org/officeDocument/2006/relationships/slideLayout" Target="/ppt/slideLayouts/slideLayout1.xml" Id="Rc857a6e2cd1d4a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57a6e2cd1d4a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b5a49a9c04c02" /><Relationship Type="http://schemas.openxmlformats.org/officeDocument/2006/relationships/notesSlide" Target="/ppt/notesSlides/notesSlide1.xml" Id="R1008988e198947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4d3db424d4083" /><Relationship Type="http://schemas.openxmlformats.org/officeDocument/2006/relationships/notesSlide" Target="/ppt/notesSlides/notesSlide2.xml" Id="R43a319f36cab46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2a45deece4c56" /><Relationship Type="http://schemas.openxmlformats.org/officeDocument/2006/relationships/notesSlide" Target="/ppt/notesSlides/notesSlide3.xml" Id="R218cff25c21344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e3433151e46c1" /><Relationship Type="http://schemas.openxmlformats.org/officeDocument/2006/relationships/notesSlide" Target="/ppt/notesSlides/notesSlide4.xml" Id="Rd5c62c5700c04f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9c71303374605" /><Relationship Type="http://schemas.openxmlformats.org/officeDocument/2006/relationships/notesSlide" Target="/ppt/notesSlides/notesSlide5.xml" Id="R74077bbb8b7240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34362c9c04b38" /><Relationship Type="http://schemas.openxmlformats.org/officeDocument/2006/relationships/notesSlide" Target="/ppt/notesSlides/notesSlide6.xml" Id="R69efd769771a4d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84850-4B2D-4517-9FCB-786757F7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815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AIDL + Ansible on Good Shepherd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B9720-0518-4DF8-9A6B-0E4AA3BB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42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Using AI-assisted delivery with Ansible as the execution layer for repeatable Azure releases.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E90F3-5EB5-4804-B607-9FB57B16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095875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AI proposes. Ansible applies. Tests prove. Humans approve. Operations observe.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18A07-C39B-4232-806D-8C723581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19125"/>
            <a:ext cx="4953000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E840B-79C6-47FB-86F7-EBD019FD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0572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C5C84-8FAB-435A-A44A-31A776D7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0096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59EA2A-4FAC-4F31-882D-EDC4F367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2875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949DB-CDC2-4AC1-87CA-BDF9420C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002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4F728-6B05-46AC-9C50-5244002E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526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68964-13C5-4F2C-848F-970A6D0C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717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E2A3D-54EF-400D-B88C-1E331B8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431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318CD-7AF2-4F54-AC3A-F2F27E5A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95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2CA197-D93F-4B76-8589-DDFC3023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1465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E80EEE-718A-41AB-86B0-06E19A3A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861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F20D5-EADC-4B01-84BD-B32AC68B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38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Deploy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7F343-312C-449A-9328-594F001D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576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B89AA3-8535-40FF-AEA2-F62E3C3A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303AAE-AC94-44CC-A538-D5933C71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814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90BDA-DCEF-4392-B93E-B27F8A7B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6E2170-15AF-4E77-9467-2E141A1E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720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8C1D58-AAA9-4817-9DD1-5C54F386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44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73142B-8B62-4926-8168-623F2B4C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2863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Good Shepherd Azure delivery path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37F91A-0A31-4F70-AC02-F6440356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46230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26E7A-F735-43F0-A4F6-66B954E5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0050"/>
            <a:ext cx="1057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AIDL turns intent into controlled delivery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30AC66-8805-412A-A85F-8AF7A7BA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3144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C92C2-F44A-40F7-979A-20F412ED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AIDL contribution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20FC2-3BDE-471C-AA51-CAC4B87B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B3FE1-8611-4E9E-AC75-15FA4946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4514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Converts business change into acceptance criteria and target state.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045E3-FD5F-442F-AC2C-D2C848EC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D5590B-08E9-4578-B56F-4C1D2987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4514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Drafts task breakdowns, playbook structure, and environment variables.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83472-1A5F-4611-BFA5-6D25D790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95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43D158-1896-44EB-9789-4BB28AA2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29050"/>
            <a:ext cx="4514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Surfaces review points for risky changes, secrets, and production promotion.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0B95E9-1683-4D8A-8727-CEA02D88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GS project expression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FFE1D-47E5-4C40-9861-EDCF0B35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07F60-629F-4923-8694-5F11AF14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43150"/>
            <a:ext cx="4610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single deployment playbook handles preflight, source staging, Azure auth, deploy, and verify.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3DEDD-DCD0-46DE-9928-0CBC96CB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52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9E0532-253B-42EC-BD7B-B7F1E8BB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86100"/>
            <a:ext cx="4610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Dev and staging JSON files make environment promotion explicit.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50403F-25FE-4371-8AC7-89B1384D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95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732DB-F3C5-4DD5-90A1-9A27C01F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29050"/>
            <a:ext cx="4610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console lets teams choose a bastion and watch live Ansible stages.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978619-45E6-4AEB-9B9F-3A14E983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168874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911C7F-81BB-4646-83E5-ABFD32DF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0050"/>
            <a:ext cx="1057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Ansible makes the GS release path repeatable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C5D80-B8A3-4FB1-9746-4CF7FE43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620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same playbook runs from a Linux bastion, stages code, authenticates to Azure, deploys, and verifies the live app.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88645-E7D0-41F1-9FEF-A5E259F4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1905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965B3-03B0-479C-940E-C84BA60F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Preflight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BF3E17-E6BD-4A2B-8BAA-70517E0A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Validate settings and bootstrap bastion packages.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1B4EEF-E6D7-420E-AEB1-053C8FA8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381250"/>
            <a:ext cx="1905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F4E955-5796-45FF-A8B5-38D2A2CF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Source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BF2FA-957C-49F0-A762-92A55172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Use copy, git, or existing checkout strategy.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1E01BC-5A49-4C3A-AA97-8F334F1F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1905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95288-8884-4A78-995C-9AAE94FC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3365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Azure auth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DDD90-210B-4D0C-9716-5968BAB3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Use existing login, managed identity, or service principal.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74963-9CA7-417F-AF84-DE5B1D24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81250"/>
            <a:ext cx="1905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720AD-9C30-409D-8B98-F048DBB4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3365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Deploy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65035A-8ECE-470D-BEF7-9AB3C41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Run app-only update or Terraform-backed stack flow.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2DAFC8-BC8A-440E-BDBB-8BB17CD3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1905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3B40A-79D3-4CBC-A934-8C15E395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3365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2530B-CEBE-4772-8D95-25D2C95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562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Check Container App revision and application endpoints.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18C9B2-C0E4-40C2-AA0A-3EE8A439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857500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AECFC-0261-41BE-99FD-B8E88F1D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857500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9E15C-AD33-441A-9D05-B81B0289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857500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6328E6-5F3D-4ADC-AEC4-452AC008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57500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D036DA-A7E1-4090-A14E-D0688133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91050"/>
            <a:ext cx="100774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A2CB34-8069-438C-92D8-CE4E1985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8196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Delivery benefit: one automation contract can be run by a person, the UI console, or a CI/CD runner.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8004E-043B-4D99-B211-43C4C732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820861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2DFDCA-63CD-45C7-AB60-FFC38C4E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0050"/>
            <a:ext cx="1057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Workflow architecture keeps control close to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F80F5-8E58-4BF9-8F96-E730D438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6205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AIDL shapes the work; CI chooses the gate; Ansible executes from the bastion; Azure returns verification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EEE45-21C9-4705-A55D-8830623B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23622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3F216-811B-414E-84C9-22409A31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AIDL +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05D36-8113-4780-A539-845390F1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019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Intent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Acceptance criteria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Playbook changes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Environment vars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AC342-6CF9-42E6-B387-1A33D66D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95500"/>
            <a:ext cx="23622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A189D-9DAA-4D4D-B254-857028A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CI/CD runner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3CBB7-072D-4FD1-A763-B96E5440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19400"/>
            <a:ext cx="2019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Syntax and lint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Env selection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Trigger playbook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Store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ABFD9-40EF-4869-B7B0-48F95155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95500"/>
            <a:ext cx="23622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6E7AC-7BE4-428D-BF5C-521BA8C2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Linux bastion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8D8D5-256A-4F3A-B403-735A84D9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19400"/>
            <a:ext cx="2019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Ansible controller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Source sync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Azure CLI auth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Deployment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35AEC0-8C90-4B6C-83E5-FF1F47A0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95500"/>
            <a:ext cx="23622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5F8F0-5FB5-4B5E-AC65-3265C85C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860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Azure platform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4A69C-091E-4C6C-AF18-BCF41CB9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19400"/>
            <a:ext cx="2019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ACR image build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Container App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PostgreSQL</a:t>
            </a:r>
          </a:p>
          <a:p xmlns:a="http://schemas.openxmlformats.org/drawingml/2006/main">
            <a:pPr>
              <a:def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Health endpoints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C80EE-1813-40B6-B0FA-16E80B68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00375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BCC705-55AD-412F-9077-11DB0EE9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000375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1660C7-5096-4BB1-B1F5-2B1CD111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0375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663411-BC23-4A0E-B990-BE124830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95850"/>
            <a:ext cx="8858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322E3B-F284-45D0-8DED-9F7B065C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2445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Feedback loop: deployment output, failed stages, endpoint checks, and review decisions feed the next AIDL iteration.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70CD0A-781F-4382-862A-8D5A92BC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181600"/>
            <a:ext cx="590550" cy="2095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39D3E8-B7D4-4AF5-A913-3D2C7CD8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407604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F302E9-1A95-4570-AE52-76E4D1ED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0050"/>
            <a:ext cx="1057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CI, Ansible becomes the promotion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B0EED5-C4F2-4990-8331-18815FFF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620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AIDL improves the work entering the pipeline; Ansible standardizes what the pipeline actually does.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76B9B-0133-4301-B0E5-882B76FD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D19E-2745-4E6B-9212-A5EF5551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 moment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D447A-DDCA-42E5-9FDC-C95A672C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3C0ED-7AF3-4DCB-A00C-50CB7748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1930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AIDL contribution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C16D3-96B3-40D6-81D9-9B1EAC4F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885950"/>
            <a:ext cx="342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4725FF-D4FF-4182-9B06-9A34362D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019300"/>
            <a:ext cx="316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Ansible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61F4A5-B67B-4C55-B45F-557795F6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859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8DC70-7B2E-4C5F-83FD-58755AA0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1930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Delivery outcome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4A526C-0EF5-4E01-953C-4EB74B2A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289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31C9E-3A5F-4966-9AA5-764840AB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Pull request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0B1CF-221A-45F7-BFEE-A6A80BCF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28900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670EDA-079B-46D6-A714-32B2BDDF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622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Generate criteria, risks, and test ideas.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F76CB-9226-4B9A-9301-88756DFD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28900"/>
            <a:ext cx="342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47A221-127C-42AE-8365-B59DD737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762250"/>
            <a:ext cx="316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Run syntax, lint, and idempotency checks.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4CD4DC-23F7-4AD1-9698-788F8788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2890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6E6A4E-8B9D-4AA2-A495-CD8B3A69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622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Automatable review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DFA85A-D405-4274-8760-72F6EF58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718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83902C-946D-4767-AED6-8FEC069B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Dev deploy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D7D062-A3A6-4B3B-9051-4C529DFA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1850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BFC88C-9031-4325-B37A-CD934F05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0520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Translate change intent into vars and runbook updates.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9A111F-078C-4B36-A939-3FC3021F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371850"/>
            <a:ext cx="342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D9A096-8027-4F5B-A8BF-23C17908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05200"/>
            <a:ext cx="316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Run playbook against dev bastion and dev env file.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2699A3-A7A4-412F-B33E-B7F70971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B303EC-424B-4D1A-8AE3-ACB80D7C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0520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Fast, repeatable validation.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AA5624-6C24-4344-8EFA-0BCDDD9E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023F72-0400-4D04-83A0-237B9501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Stage promote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CB8376-EEE1-4B51-915A-53165F17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14800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5BC57E-D067-41F9-AA54-D605F819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2481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Summarize changes and unresolved risks.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A068B2-9605-4A18-BA29-BC709EB1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14800"/>
            <a:ext cx="342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218049-BF02-4D4E-819C-F0E9A2EA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248150"/>
            <a:ext cx="316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Reuse same playbook with staging variables.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9E9EA4-7D0E-4AF0-81DB-50D9B1D8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11480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763E54-CA92-4E3C-BBE8-F439008E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4815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Same logic, new target.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E6E708-CF7D-4BF8-B77D-C2695A78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5C9514-01B7-442F-906C-03A41762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1543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Release gate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FC8CCA-F670-451E-B104-F18B206F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57750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20B70B-267D-4982-A52A-0B1D0FE1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99110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Explain failure signals and next fixes.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8D7813-D3B5-4384-8AD7-32AF8D79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857750"/>
            <a:ext cx="342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0D92B4-62C1-4CF7-BC87-69210741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991100"/>
            <a:ext cx="316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Verify endpoints and Container App revision health.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E8D289-9BA3-47D5-8E08-3A0B2409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857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066F18-BFF2-4152-BC2A-935AFA07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9110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Evidence-backed approval.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5A5021-8B20-4F59-BFD0-CE9CA05E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23615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CA6F54-1CAF-44DB-A2B4-D6F7043B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0050"/>
            <a:ext cx="1057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the pattern as a delivery operating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F2F39F-3041-45C6-A580-65F90DDB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34290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FD6E9-5B12-4E46-B602-9FD4AE76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Standardize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E086CA-DBAB-4C60-A660-BAAF269F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43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1A974-F724-41AA-B409-968D2A02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7650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one playbook path across environments.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36B4A-1775-4C5F-A895-92C11C09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09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35390-274C-4EFA-A10D-79702997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Treat env files and inventory as release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85325-D1FA-4B8D-A64C-15ABEC6C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76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402D0-39DA-4C29-A3DB-EE37171A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Make bastion source strategy explicit.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2B096-9F6B-42D8-BFF8-37C2764C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71625"/>
            <a:ext cx="34290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F1E6C-4367-4655-99D3-9836FBD9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85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Govern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E45526-F2CB-4D49-B0BA-5ED3D97A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43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B5F28-EF37-4299-B2AF-2CA15C6B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7650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Approve RBAC, secrets, and risky infra.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3FC15-AC8A-418D-824B-F8CA07E4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09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B57EB5-BD13-4EC1-8956-D253D492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Let CI run validation before promotion.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21EDD-7C75-40B8-B330-62968C8D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76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52AA63-BE74-466C-8C5A-1FBDDFCD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81000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identity paths clear.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08EEA-F4E5-4E5B-9B8B-D6CE23D5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4290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67D87A-F628-4E57-B66A-FE30D1A3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85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859509-2CAB-42A6-A4DF-1465374C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43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4C1964-5CA1-4609-A729-29937B00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7650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Feed deployment logs back into AIDL prompts.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70E91B-8328-4FA3-98C1-78DDA2B8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09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02B530-0AEF-4B17-9332-6B4DD03F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4325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Convert recurring fixes into playbook updates.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43D0A6-D55E-4A62-9FFD-F88F19A7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76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AECDF0-E2F2-4834-8ADB-4061FCE1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verification as delivery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614014-E31B-4031-AC1F-8D1F5706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Practical next step: wire CI to run syntax/lint on PRs, deploy to dev on merge, and promote with the same Ansible playbook plus environment-specific vars.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38DCCE-5C25-4002-8728-E9E11027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192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2026-08-03T01:06:17.6540000Z</dcterms:created>
  <dcterms:modified xsi:type="dcterms:W3CDTF">2026-08-03T01:06:17.6540000Z</dcterms:modified>
</coreProperties>
</file>